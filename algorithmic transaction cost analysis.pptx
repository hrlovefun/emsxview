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B4C2CA-7E2E-4182-891D-BFF1883827E1}" type="datetimeFigureOut">
              <a:rPr lang="en-HK" smtClean="0"/>
              <a:t>16/7/2026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15FB-851D-4B86-97A4-29CF3277D7D5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6393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109407B-7E3E-4641-99EB-C14D4B21DBB2}" type="datetime1">
              <a:rPr lang="en-HK" smtClean="0"/>
              <a:t>16/7/2026</a:t>
            </a:fld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>
            <a:lvl1pPr algn="ctr">
              <a:defRPr sz="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895"/>
            <a:ext cx="3086725" cy="914400"/>
          </a:xfrm>
          <a:prstGeom prst="rect">
            <a:avLst/>
          </a:prstGeom>
        </p:spPr>
      </p:pic>
      <p:cxnSp>
        <p:nvCxnSpPr>
          <p:cNvPr id="10" name="Straight Connector 9"/>
          <p:cNvCxnSpPr>
            <a:stCxn id="9" idx="3"/>
          </p:cNvCxnSpPr>
          <p:nvPr/>
        </p:nvCxnSpPr>
        <p:spPr>
          <a:xfrm>
            <a:off x="3086725" y="628095"/>
            <a:ext cx="8902075" cy="0"/>
          </a:xfrm>
          <a:prstGeom prst="line">
            <a:avLst/>
          </a:prstGeom>
          <a:ln w="25400" cmpd="sng">
            <a:gradFill flip="none" rotWithShape="1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31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74448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4538"/>
            <a:ext cx="10972800" cy="5131625"/>
          </a:xfrm>
        </p:spPr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§"/>
              <a:defRPr sz="2000" u="none"/>
            </a:lvl1pPr>
            <a:lvl2pPr marL="557213" indent="-214313">
              <a:buFont typeface="Wingdings" panose="05000000000000000000" pitchFamily="2" charset="2"/>
              <a:buChar char="§"/>
              <a:defRPr sz="1800"/>
            </a:lvl2pPr>
            <a:lvl3pPr marL="857250" indent="-171450">
              <a:buFont typeface="Wingdings" panose="05000000000000000000" pitchFamily="2" charset="2"/>
              <a:buChar char="§"/>
              <a:defRPr sz="1800"/>
            </a:lvl3pPr>
            <a:lvl4pPr marL="1200150" indent="-171450">
              <a:buFont typeface="Wingdings" panose="05000000000000000000" pitchFamily="2" charset="2"/>
              <a:buChar char="§"/>
              <a:defRPr sz="1800"/>
            </a:lvl4pPr>
            <a:lvl5pPr marL="1543050" indent="-171450"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DDF0CDEB-0288-4C73-BFDF-5CD0B70BF0BB}" type="datetime1">
              <a:rPr lang="en-HK" smtClean="0"/>
              <a:t>16/7/2026</a:t>
            </a:fld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470400" y="6401505"/>
            <a:ext cx="2844800" cy="365125"/>
          </a:xfrm>
          <a:prstGeom prst="rect">
            <a:avLst/>
          </a:prstGeom>
        </p:spPr>
        <p:txBody>
          <a:bodyPr/>
          <a:lstStyle/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200" y="6242981"/>
            <a:ext cx="2032000" cy="601951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03200" y="6256049"/>
            <a:ext cx="1168400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66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18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307FBD4E-27AF-4147-8FC3-FBDAAFF80132}" type="datetime1">
              <a:rPr lang="en-HK" smtClean="0"/>
              <a:t>16/7/2026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200" y="6237939"/>
            <a:ext cx="2032000" cy="60195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  <p:cxnSp>
        <p:nvCxnSpPr>
          <p:cNvPr id="8" name="Straight Connector 7"/>
          <p:cNvCxnSpPr/>
          <p:nvPr/>
        </p:nvCxnSpPr>
        <p:spPr>
          <a:xfrm>
            <a:off x="203200" y="6172200"/>
            <a:ext cx="11684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BDD29F"/>
                </a:gs>
                <a:gs pos="0">
                  <a:srgbClr val="DDEBCF"/>
                </a:gs>
                <a:gs pos="50000">
                  <a:srgbClr val="156B13"/>
                </a:gs>
              </a:gsLst>
              <a:lin ang="27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73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3CFA4097-4805-4569-A871-AD2812221AFF}" type="datetime1">
              <a:rPr lang="en-HK" smtClean="0"/>
              <a:t>16/7/2026</a:t>
            </a:fld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622800" y="6374462"/>
            <a:ext cx="28448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013" y="6256050"/>
            <a:ext cx="2032000" cy="601951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203200" y="6256047"/>
            <a:ext cx="1168400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610733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880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895351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35113"/>
            <a:ext cx="5386917" cy="459105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895351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535113"/>
            <a:ext cx="5389033" cy="459105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CD1C043D-96B4-44E3-BFF6-F720BD2C6053}" type="datetime1">
              <a:rPr lang="en-HK" smtClean="0"/>
              <a:t>16/7/2026</a:t>
            </a:fld>
            <a:endParaRPr lang="en-H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74448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30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341BD68D-AF8D-4952-92DF-8AA70D387137}" type="datetime1">
              <a:rPr lang="en-HK" smtClean="0"/>
              <a:t>16/7/2026</a:t>
            </a:fld>
            <a:endParaRPr lang="en-H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74448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037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85CC6C-980F-427F-9417-447E671D62C3}" type="datetime1">
              <a:rPr lang="en-HK" smtClean="0"/>
              <a:t>16/7/2026</a:t>
            </a:fld>
            <a:endParaRPr lang="en-H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16386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1CD99C7-11D8-4E6B-A134-9B2BA7F86818}" type="datetime1">
              <a:rPr lang="en-HK" smtClean="0"/>
              <a:t>16/7/2026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49870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C44BE0D-B4E8-4AD6-8FB1-30946B68E369}" type="datetime1">
              <a:rPr lang="en-HK" smtClean="0"/>
              <a:t>16/7/2026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01976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899889"/>
            <a:ext cx="10972800" cy="52262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A2889A43-4008-410B-9A04-BFB7E873791C}" type="datetime1">
              <a:rPr lang="en-HK" smtClean="0"/>
              <a:t>16/7/2026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74448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739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9254B67-67B9-4A26-9A5D-5946C6C5E0D0}" type="datetime1">
              <a:rPr lang="en-HK" smtClean="0"/>
              <a:t>16/7/2026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249419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9875C19C-A999-4750-9842-803FD77029DF}" type="datetime1">
              <a:rPr lang="en-HK" smtClean="0"/>
              <a:t>16/7/2026</a:t>
            </a:fld>
            <a:endParaRPr lang="en-H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389821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622800" y="6374460"/>
            <a:ext cx="28448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013" y="6256048"/>
            <a:ext cx="2032000" cy="601951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203200" y="6256047"/>
            <a:ext cx="1168400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107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03189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895351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35113"/>
            <a:ext cx="5386917" cy="45910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895351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35113"/>
            <a:ext cx="5389033" cy="45910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744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727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744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43244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899887"/>
            <a:ext cx="10972800" cy="52262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744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03304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52869"/>
            <a:ext cx="10972800" cy="3131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645889"/>
            <a:ext cx="10972800" cy="548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97057-8471-4947-A406-19204E10F551}" type="slidenum">
              <a:rPr lang="en-HK" smtClean="0"/>
              <a:t>‹#›</a:t>
            </a:fld>
            <a:endParaRPr lang="en-HK"/>
          </a:p>
        </p:txBody>
      </p:sp>
      <p:sp>
        <p:nvSpPr>
          <p:cNvPr id="8" name="Slide Number Placeholder 5"/>
          <p:cNvSpPr txBox="1">
            <a:spLocks/>
          </p:cNvSpPr>
          <p:nvPr/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8353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u="none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HK" dirty="0"/>
              <a:t>Algorithmic Transaction Cost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CHEN Hongru</a:t>
            </a:r>
            <a:br>
              <a:rPr lang="en-US" dirty="0"/>
            </a:br>
            <a:r>
              <a:rPr lang="en-US" dirty="0"/>
              <a:t>2026, </a:t>
            </a:r>
            <a:r>
              <a:rPr lang="en-US" altLang="zh-CN" dirty="0"/>
              <a:t>August</a:t>
            </a: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97057-8471-4947-A406-19204E10F551}" type="slidenum">
              <a:rPr lang="en-HK" smtClean="0"/>
              <a:t>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63766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H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97057-8471-4947-A406-19204E10F551}" type="slidenum">
              <a:rPr lang="en-HK" smtClean="0"/>
              <a:t>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32556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97057-8471-4947-A406-19204E10F551}" type="slidenum">
              <a:rPr lang="en-HK" smtClean="0"/>
              <a:t>3</a:t>
            </a:fld>
            <a:endParaRPr lang="en-HK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6271615"/>
            <a:ext cx="122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31709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_SIC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SICL" id="{4597551A-96EC-4196-92C3-78129B88ED03}" vid="{15A376E1-B9A1-4C38-A90A-D25B204E2A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Theme_SICL - Modification1</Template>
  <TotalTime>16</TotalTime>
  <Words>15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Theme_SICL</vt:lpstr>
      <vt:lpstr>Algorithmic Transaction Cost Analysis</vt:lpstr>
      <vt:lpstr>Outline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Chen Hongru</dc:creator>
  <cp:lastModifiedBy>Chen Hongru</cp:lastModifiedBy>
  <cp:revision>16</cp:revision>
  <dcterms:created xsi:type="dcterms:W3CDTF">2022-11-17T07:41:25Z</dcterms:created>
  <dcterms:modified xsi:type="dcterms:W3CDTF">2026-07-16T02:08:54Z</dcterms:modified>
</cp:coreProperties>
</file>